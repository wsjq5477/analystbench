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b9b14900824fbf" /><Relationship Type="http://schemas.openxmlformats.org/officeDocument/2006/relationships/extended-properties" Target="/docProps/app.xml" Id="R181bf9ccfbdc45fa" /><Relationship Type="http://schemas.openxmlformats.org/officeDocument/2006/relationships/officeDocument" Target="/ppt/presentation.xml" Id="Raf951faef1fa49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91906898a54804"/>
  </p:sldMasterIdLst>
  <p:notesMasterIdLst>
    <p:notesMasterId xmlns:r="http://schemas.openxmlformats.org/officeDocument/2006/relationships" r:id="R261aa355b9cb4584"/>
  </p:notesMasterIdLst>
  <p:sldIdLst>
    <p:sldId xmlns:r="http://schemas.openxmlformats.org/officeDocument/2006/relationships" id="256" r:id="R0cd09b4ab06c4467"/>
    <p:sldId xmlns:r="http://schemas.openxmlformats.org/officeDocument/2006/relationships" id="257" r:id="Rfdc70d3e254441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177ee1b61640d3" /><Relationship Type="http://schemas.openxmlformats.org/officeDocument/2006/relationships/slideMaster" Target="/ppt/slideMasters/slideMaster1.xml" Id="R0491906898a54804" /><Relationship Type="http://schemas.openxmlformats.org/officeDocument/2006/relationships/notesMaster" Target="/ppt/notesMasters/notesMaster1.xml" Id="R261aa355b9cb4584" /><Relationship Type="http://schemas.openxmlformats.org/officeDocument/2006/relationships/presProps" Target="/ppt/presProps.xml" Id="R587d0c80571d478b" /><Relationship Type="http://schemas.openxmlformats.org/officeDocument/2006/relationships/tableStyles" Target="/ppt/tableStyles.xml" Id="R7fd08b2e2a44435b" /><Relationship Type="http://schemas.openxmlformats.org/officeDocument/2006/relationships/slide" Target="/ppt/slides/slide1.xml" Id="R0cd09b4ab06c4467" /><Relationship Type="http://schemas.openxmlformats.org/officeDocument/2006/relationships/slide" Target="/ppt/slides/slide2.xml" Id="Rfdc70d3e254441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c1592137be45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33e27aab58430d" /><Relationship Type="http://schemas.openxmlformats.org/officeDocument/2006/relationships/notesMaster" Target="/ppt/notesMasters/notesMaster1.xml" Id="R58d9232045e045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705f5119714f01" /><Relationship Type="http://schemas.openxmlformats.org/officeDocument/2006/relationships/notesMaster" Target="/ppt/notesMasters/notesMaster1.xml" Id="R0186157e40e748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OpenRCA current approach and limitations.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/home/jiqi/LLM/OpenRCA/rca/baseline/rca_agent/controller.py</a:t>
            </a:r>
          </a:p>
          <a:p xmlns:a="http://schemas.openxmlformats.org/drawingml/2006/main">
            <a:r>
              <a:t>- /home/jiqi/LLM/OpenRCA/rca/baseline/rca_agent/executor.py</a:t>
            </a:r>
          </a:p>
          <a:p xmlns:a="http://schemas.openxmlformats.org/drawingml/2006/main">
            <a:r>
              <a:t>- /home/jiqi/LLM/OpenRCA/rca/run_agent_standard.py</a:t>
            </a:r>
          </a:p>
          <a:p xmlns:a="http://schemas.openxmlformats.org/drawingml/2006/main">
            <a:r>
              <a:t>- /home/jiqi/LLM/OpenRCA/main/evaluate.py</a:t>
            </a:r>
          </a:p>
          <a:p xmlns:a="http://schemas.openxmlformats.org/drawingml/2006/main">
            <a:r>
              <a:t>- /home/jiqi/LLM/OpenRCA/main/task_specification.json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AnalystBench optimization proposal.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/home/jiqi/LLM/AnalystBench/docs/development/harness-model-evaluation-design.md</a:t>
            </a:r>
          </a:p>
          <a:p xmlns:a="http://schemas.openxmlformats.org/drawingml/2006/main">
            <a:r>
              <a:t>- /home/jiqi/LLM/AnalystBench/docs/development/architecture.md</a:t>
            </a:r>
          </a:p>
          <a:p xmlns:a="http://schemas.openxmlformats.org/drawingml/2006/main">
            <a:r>
              <a:t>- /home/jiqi/LLM/analystbench-openrca-report.md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f869992e3040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6c4724d8374689" /><Relationship Type="http://schemas.openxmlformats.org/officeDocument/2006/relationships/slideLayout" Target="/ppt/slideLayouts/slideLayout1.xml" Id="Ree58f6c691e24b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58f6c691e24b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47c8bd858c4e4b" /><Relationship Type="http://schemas.openxmlformats.org/officeDocument/2006/relationships/notesSlide" Target="/ppt/notesSlides/notesSlide1.xml" Id="Rba43d2c7afc340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765a97836047a9" /><Relationship Type="http://schemas.openxmlformats.org/officeDocument/2006/relationships/notesSlide" Target="/ppt/notesSlides/notesSlide2.xml" Id="R7670bf4d5b13436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0CDD92B-19B9-4D0C-A90A-A4E72693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50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6A748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4BBCA8C-BEFC-4B95-85A6-07153117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OpenRCA：闭集字段评测，过程只留档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3DC9427C-D62D-4D46-80F6-FD9512C2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EAF3FF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2C17F9F8-8759-4982-923B-BA8768A5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75FA7"/>
                </a:solidFill>
                <a:latin typeface="Microsoft YaHei"/>
                <a:ea typeface="Microsoft YaHei"/>
                <a:cs typeface="Microsoft YaHei"/>
              </a:rPr>
              <a:t>当前做法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CEBB953D-C425-4532-88EA-EC96BFA4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Agent 循环：分析 → Python → Observation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轨迹保存：Notebook / Prompt / Log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评分：字符串 ==；时间容差 ≤ 60 秒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2F1A69C8-1293-4217-81CE-A383174B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0EE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04F00976-F1C2-45F9-9AF1-B250626A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主要缺点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06627787-F308-4AD0-BF48-AA175D8D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Trace 只有归档，没有自动诊断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OOM / 内存泄漏等语义等价仍判错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难度、Best-of-N、内嵌 IPython 均不适用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D04C42FB-0221-4E0B-B65E-211B2FBC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RCA-Agent 通过 Controller → Executor 循环探查遥测数据；Executor 只是生成并执行 Python。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E4A5A"/>
                </a:solidFill>
                <a:latin typeface="Microsoft YaHei"/>
                <a:ea typeface="Microsoft YaHei"/>
                <a:cs typeface="Microsoft YaHei"/>
              </a:rPr>
              <a:t>最终评测只读取根因 JSON，不分析运行轨迹。对 AnalystBench 没有核心代码迁移价值。</a:t>
            </a:r>
          </a:p>
        </p:txBody>
      </p:sp>
    </p:spTree>
    <p:extLst>
      <p:ext uri="{BB962C8B-B14F-4D97-AF65-F5344CB8AC3E}">
        <p14:creationId xmlns:p14="http://schemas.microsoft.com/office/powerpoint/2010/main" val="111342326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02FE011-4F28-4480-9C92-22141EAF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50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6A74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F0935C9-2854-4EF3-91C8-5760D46F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我们的优化：把领域目录变成可控的评测条件</a:t>
            </a:r>
          </a:p>
        </p:txBody>
      </p:sp>
      <p:cxnSp>
        <p:nvCxnSpPr>
          <p:cNvPr id="16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677FF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400B2E4A-EA8A-4F90-B146-17E67B11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9BF2E528-D8C2-4B39-9FE2-7F2553CB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1F576134-299E-4646-AB7F-F77BF149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A72EABD6-31AB-4B9E-9ABF-3A5BD72E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rPr>
              <a:t>01  接入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79F5DC8-4BC6-4B17-B002-2D4D708F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rPr>
              <a:t>02  冻结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04513F75-C0AC-4AA3-8DB7-3F4CED02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rPr>
              <a:t>03  比较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2B8C79BA-2897-4597-B911-BC2716A2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固定信息条件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3E4A5A"/>
                </a:solidFill>
                <a:latin typeface="Microsoft YaHei"/>
                <a:ea typeface="Microsoft YaHei"/>
                <a:cs typeface="Microsoft YaHei"/>
              </a:rPr>
              <a:t>正式评测优先绑定同一冻结快照
记录版本、内容哈希与访问方式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5BDB5E16-67B5-4A35-A338-F69C69C9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开放能力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3E4A5A"/>
                </a:solidFill>
                <a:latin typeface="Microsoft YaHei"/>
                <a:ea typeface="Microsoft YaHei"/>
                <a:cs typeface="Microsoft YaHei"/>
              </a:rPr>
              <a:t>Harness 可选访问问题分类与责任组件目录
none / snapshot / managed / live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9475319A-8F7C-44A1-808C-0127E9EB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正确解释结果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3E4A5A"/>
                </a:solidFill>
                <a:latin typeface="Microsoft YaHei"/>
                <a:ea typeface="Microsoft YaHei"/>
                <a:cs typeface="Microsoft YaHei"/>
              </a:rPr>
              <a:t>同一快照＝受控比较
条件不同＝整体系统比较，不等于纯推理差异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8AADA2-542F-40A8-AC27-D0EAF0DE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E4A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3E4A5A"/>
                </a:solidFill>
                <a:latin typeface="Microsoft YaHei"/>
                <a:ea typeface="Microsoft YaHei"/>
                <a:cs typeface="Microsoft YaHei"/>
              </a:rPr>
              <a:t>不移植 OpenRCA。只把“问题分类 + 责任组件目录”作为 Harness 的可选信息能力，并让每次评测可复现、可解释。</a:t>
            </a:r>
          </a:p>
        </p:txBody>
      </p:sp>
    </p:spTree>
    <p:extLst>
      <p:ext uri="{BB962C8B-B14F-4D97-AF65-F5344CB8AC3E}">
        <p14:creationId xmlns:p14="http://schemas.microsoft.com/office/powerpoint/2010/main" val="14187536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2026-08-10T06:45:07.7920000Z</dcterms:created>
  <dcterms:modified xsi:type="dcterms:W3CDTF">2026-08-10T06:45:07.7920000Z</dcterms:modified>
</coreProperties>
</file>